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04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82880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Fitness Intelligence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every wearable to every AI assistant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fragmented fitness data ecosystem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2926080"/>
          </a:xfrm>
          <a:prstGeom prst="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6916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Silos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data locked inside proprietary platforms. Users can't consolidate insights across Strava, Garmin, Fitbit, WHOOP, and 150+ devices.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06040" cy="2926080"/>
          </a:xfrm>
          <a:prstGeom prst="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Disconnect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2044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like Claude and ChatGPT have no access to real-time fitness data. Coaching advice stays generic and untethered.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463040"/>
            <a:ext cx="2606040" cy="2926080"/>
          </a:xfrm>
          <a:prstGeom prst="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8040" y="1691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Burden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face OAuth complexity, API version drift, and token lifecycle headaches for each provider. No standard protocol exists.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Pierre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bridge between wearables and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is an AI-first fitness intelligence platform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aggregates data from 150+ wearable devices and exposes it through standardized protocols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(MCP, A2A, REST, WebSocket)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any AI assistant or application.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MCP tools for AI assistants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290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direct integrations + 150+ via Terra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AI coaching personas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enterprise-ready architecture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846320" y="1280160"/>
            <a:ext cx="3840480" cy="3383280"/>
          </a:xfrm>
          <a:prstGeom prst="rect">
            <a:avLst>
              <a:gd name="adj" fmla="val 13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120640" y="1508760"/>
            <a:ext cx="329184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212080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212080" y="1856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|  ChatGPT  |  Custom Agents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120640" y="2331720"/>
            <a:ext cx="3291840" cy="6400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5212080" y="2404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 Platform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212080" y="2679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|  A2A  |  REST  |  WebSocket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120640" y="3154680"/>
            <a:ext cx="3291840" cy="6400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212080" y="3227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Providers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502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 |  Garmin  |  Fitbit  |  WHOOP  |  COROS  |  Terra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5379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▼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537960" y="2971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Rust-powered backend with React frontends and AI-native protocols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645920" cy="146304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81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77440" y="1371600"/>
            <a:ext cx="1645920" cy="1463040"/>
          </a:xfrm>
          <a:prstGeom prst="rect">
            <a:avLst/>
          </a:prstGeom>
          <a:solidFill>
            <a:srgbClr val="14B8A6">
              <a:alpha val="85000"/>
            </a:srgbClr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813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6888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297680" y="1371600"/>
            <a:ext cx="1645920" cy="1463040"/>
          </a:xfrm>
          <a:prstGeom prst="rect">
            <a:avLst/>
          </a:prstGeom>
          <a:solidFill>
            <a:srgbClr val="059669">
              <a:alpha val="85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813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38912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|  Slack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 |  Telegram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217920" y="1371600"/>
            <a:ext cx="1645920" cy="1463040"/>
          </a:xfrm>
          <a:prstGeom prst="rect">
            <a:avLst/>
          </a:prstGeom>
          <a:solidFill>
            <a:srgbClr val="8B5CF6">
              <a:alpha val="85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8132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Clients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30936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|  Custom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Agents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280160" y="2880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0" y="2880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120640" y="2880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95160" y="2880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▼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154680"/>
            <a:ext cx="740664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 MCP SERVER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2344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 |  Axum  |  SQLite/PostgreSQL  |  Redis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57200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512064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12064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566928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66928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621792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21792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700" dirty="0"/>
          </a:p>
        </p:txBody>
      </p:sp>
      <p:sp>
        <p:nvSpPr>
          <p:cNvPr id="38" name="Shape 31"/>
          <p:cNvSpPr/>
          <p:nvPr/>
        </p:nvSpPr>
        <p:spPr>
          <a:xfrm>
            <a:off x="676656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76656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7315200" y="3246120"/>
            <a:ext cx="50292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315200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1234440" y="3822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Rust crates  |  53 MCP tools  |  60 DB migrations  |  3,462 tests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57200" y="434340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pierre-core  |  pierre-intelligence  |  pierre-providers  |  pierre-auth  |  pierre-llm  |  pierre-cache  |  pierre-a2a  |  pierre-messaging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Rust Backend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independent crates with compile-time feature flags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pierre_mcp_server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70432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server: routes, handlers, MCP protocol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7560" y="1417320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417320"/>
            <a:ext cx="54864" cy="9875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167335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74650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079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pierre-core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50792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errors, pagination, constants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54864" cy="9875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1673352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74650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pierre-intelligence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931152" y="1856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algorithms: VDOT, TSS, FTP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2587752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2587752"/>
            <a:ext cx="54864" cy="9875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1"/>
          <p:cNvSpPr/>
          <p:nvPr/>
        </p:nvSpPr>
        <p:spPr>
          <a:xfrm>
            <a:off x="640080" y="2843784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91693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70432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pierre-providers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70432" y="30266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Strava, Garmin, Fitbit, WHOOP, COROS, Terra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37560" y="2587752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37560" y="2587752"/>
            <a:ext cx="54864" cy="9875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26"/>
          <p:cNvSpPr/>
          <p:nvPr/>
        </p:nvSpPr>
        <p:spPr>
          <a:xfrm>
            <a:off x="3520440" y="2843784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916936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50792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pierre-auth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050792" y="30266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OAuth 2.0, multi-tenant auth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17920" y="2587752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2587752"/>
            <a:ext cx="54864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1"/>
          <p:cNvSpPr/>
          <p:nvPr/>
        </p:nvSpPr>
        <p:spPr>
          <a:xfrm>
            <a:off x="6400800" y="284378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916936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31152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pierre-llm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931152" y="30266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providers: Gemini, Groq, OpenAI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57200" y="3758184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7200" y="3758184"/>
            <a:ext cx="54864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Shape 36"/>
          <p:cNvSpPr/>
          <p:nvPr/>
        </p:nvSpPr>
        <p:spPr>
          <a:xfrm>
            <a:off x="640080" y="4014216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087368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70432" y="3895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pierre-a2a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1170432" y="41970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protocol types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3337560" y="3758184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3337560" y="3758184"/>
            <a:ext cx="54864" cy="9875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Shape 41"/>
          <p:cNvSpPr/>
          <p:nvPr/>
        </p:nvSpPr>
        <p:spPr>
          <a:xfrm>
            <a:off x="3520440" y="401421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4087368"/>
            <a:ext cx="256032" cy="25603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050792" y="3895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pierre-cache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4050792" y="41970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cache: memory + Redis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6217920" y="3758184"/>
            <a:ext cx="2606040" cy="987552"/>
          </a:xfrm>
          <a:prstGeom prst="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217920" y="3758184"/>
            <a:ext cx="54864" cy="987552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56" name="Shape 46"/>
          <p:cNvSpPr/>
          <p:nvPr/>
        </p:nvSpPr>
        <p:spPr>
          <a:xfrm>
            <a:off x="6400800" y="4014216"/>
            <a:ext cx="411480" cy="411480"/>
          </a:xfrm>
          <a:prstGeom prst="ellipse">
            <a:avLst/>
          </a:prstGeom>
          <a:solidFill>
            <a:srgbClr val="D946EF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4087368"/>
            <a:ext cx="256032" cy="256032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931152" y="3895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pierre-messaging</a:t>
            </a:r>
            <a:endParaRPr lang="en-US" sz="1000" dirty="0"/>
          </a:p>
        </p:txBody>
      </p:sp>
      <p:sp>
        <p:nvSpPr>
          <p:cNvPr id="59" name="Text 48"/>
          <p:cNvSpPr/>
          <p:nvPr/>
        </p:nvSpPr>
        <p:spPr>
          <a:xfrm>
            <a:off x="6931152" y="41970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Slack, Discord, Telegram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 MCP Tools for AI Assistants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(JSON-RPC 2.0) enables Claude, ChatGPT, and custom agents to access real-time fitness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6733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Fitness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5544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733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97480" y="2423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37160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15544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6733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46320" y="2423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03720" y="137160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43800" y="1554480"/>
            <a:ext cx="502920" cy="50292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67335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&amp; Recovery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95160" y="2423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06324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97280" y="32461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36499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" y="3840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606040" y="306324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46120" y="32461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36499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697480" y="3840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69748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306324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D94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394960" y="3246120"/>
            <a:ext cx="502920" cy="502920"/>
          </a:xfrm>
          <a:prstGeom prst="ellipse">
            <a:avLst/>
          </a:prstGeom>
          <a:solidFill>
            <a:srgbClr val="D946E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3364992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846320" y="3840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84632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903720" y="3063240"/>
            <a:ext cx="1874520" cy="1417320"/>
          </a:xfrm>
          <a:prstGeom prst="rect">
            <a:avLst/>
          </a:prstGeom>
          <a:solidFill>
            <a:srgbClr val="132041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543800" y="32461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672" y="3364992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95160" y="3840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99516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7" name="Text 37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Format support reduces LLM token usage by ~40%  |  Cursor pagination for efficient data access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Provider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direct integrations + 150+ devices via Terra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84048"/>
          </a:xfrm>
          <a:prstGeom prst="rect">
            <a:avLst/>
          </a:prstGeom>
          <a:solidFill>
            <a:srgbClr val="FC4C0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538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453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stats, routes, segments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2808"/>
            <a:ext cx="54864" cy="384048"/>
          </a:xfrm>
          <a:prstGeom prst="rect">
            <a:avLst/>
          </a:prstGeom>
          <a:solidFill>
            <a:srgbClr val="007CC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293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1929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sleep, health 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384048"/>
          </a:xfrm>
          <a:prstGeom prst="rect">
            <a:avLst/>
          </a:prstGeom>
          <a:solidFill>
            <a:srgbClr val="00B0B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04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Fitbit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sleep, heart rate, steps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43784"/>
            <a:ext cx="54864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recovery, strain metrics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19272"/>
            <a:ext cx="54864" cy="384048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3355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sleep, recovery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94760"/>
            <a:ext cx="54864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0" y="3831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wearables via unified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70248"/>
            <a:ext cx="50292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270248"/>
            <a:ext cx="54864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306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8800" y="4306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testing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1417320"/>
            <a:ext cx="2926080" cy="2926080"/>
          </a:xfrm>
          <a:prstGeom prst="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783080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9436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2.0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943600" y="2788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7591 compliant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for public clients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token refresh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feature flags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Coaching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personas with domain expertise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7276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642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Endurance Coach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57276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642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Coach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57276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642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Nutritionist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9516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56032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" y="276148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5292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Hydration Specialist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23444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37560" y="256032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276148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85292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148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Specialist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11480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17920" y="256032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55080" y="2761488"/>
            <a:ext cx="502920" cy="50292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85292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Coach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99516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374904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94360" y="3950208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41648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3444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Chef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23444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337560" y="374904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474720" y="3950208"/>
            <a:ext cx="502920" cy="502920"/>
          </a:xfrm>
          <a:prstGeom prst="ellipse">
            <a:avLst/>
          </a:prstGeom>
          <a:solidFill>
            <a:srgbClr val="D946EF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4041648"/>
            <a:ext cx="320040" cy="32004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11480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 Prep Expert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11480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217920" y="3749040"/>
            <a:ext cx="260604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355080" y="3950208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041648"/>
            <a:ext cx="320040" cy="32004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99516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699516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52" name="Text 4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also create custom coaches with personalized system prompts, categories, and avatars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TailwindCSS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Admin, User roles with approval workflow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Key Management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deactivate API keys with expiration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Token Generation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tokens for Claude Desktop and AI assistants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51460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697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Analytics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request patterns, tool usage charts, trends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61188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3794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721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Connections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8872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manage wearable device accounts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361188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3794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8620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3721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Monitoring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agent-to-agent clients and communication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4572000"/>
            <a:ext cx="1463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2148840" y="4572000"/>
            <a:ext cx="1463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14884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5.3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3840480" y="4572000"/>
            <a:ext cx="1463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84048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5532120" y="4572000"/>
            <a:ext cx="1463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53212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223760" y="4572000"/>
            <a:ext cx="1463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22376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 54  |  iOS and Android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377440" cy="3200400"/>
          </a:xfrm>
          <a:prstGeom prst="rect">
            <a:avLst/>
          </a:prstGeom>
          <a:solidFill>
            <a:srgbClr val="132041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554480"/>
            <a:ext cx="21031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194560"/>
            <a:ext cx="1463040" cy="32004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my run?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155448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26700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tempo run! Your pace improved 5% over last week...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2103120" cy="274320"/>
          </a:xfrm>
          <a:prstGeom prst="rect">
            <a:avLst/>
          </a:prstGeom>
          <a:solidFill>
            <a:srgbClr val="132041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1371600"/>
            <a:ext cx="5029200" cy="530352"/>
          </a:xfrm>
          <a:prstGeom prst="rect">
            <a:avLst/>
          </a:prstGeom>
          <a:solidFill>
            <a:srgbClr val="132041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444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912" y="1517904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297680" y="1399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 Interface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97680" y="1645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 with markdown, streaming responses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0" y="2029968"/>
            <a:ext cx="5029200" cy="530352"/>
          </a:xfrm>
          <a:prstGeom prst="rect">
            <a:avLst/>
          </a:prstGeom>
          <a:solidFill>
            <a:srgbClr val="132041"/>
          </a:solidFill>
          <a:ln w="635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94760" y="21031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176272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2057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Integration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297680" y="23042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Strava, Garmin, Fitbit, WHOOP, COROS in-app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0" y="2688336"/>
            <a:ext cx="5029200" cy="530352"/>
          </a:xfrm>
          <a:prstGeom prst="rect">
            <a:avLst/>
          </a:prstGeom>
          <a:solidFill>
            <a:srgbClr val="132041"/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794760" y="276148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2834640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297680" y="2715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Browsing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297680" y="29626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analyze all fitness activities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657600" y="3346704"/>
            <a:ext cx="5029200" cy="530352"/>
          </a:xfrm>
          <a:prstGeom prst="rect">
            <a:avLst/>
          </a:prstGeom>
          <a:solidFill>
            <a:srgbClr val="132041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794760" y="341985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349300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297680" y="33741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297680" y="36210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AI responses with live updates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657600" y="4005072"/>
            <a:ext cx="5029200" cy="530352"/>
          </a:xfrm>
          <a:prstGeom prst="rect">
            <a:avLst/>
          </a:prstGeom>
          <a:solidFill>
            <a:srgbClr val="132041"/>
          </a:solidFill>
          <a:ln w="6350">
            <a:solidFill>
              <a:srgbClr val="1A3A5C">
                <a:alpha val="50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794760" y="4078224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12" y="4151376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297680" y="40325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Support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297680" y="4279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+ SecureStore for seamless experience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657600" y="4663440"/>
            <a:ext cx="9601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65760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700" dirty="0"/>
          </a:p>
        </p:txBody>
      </p:sp>
      <p:sp>
        <p:nvSpPr>
          <p:cNvPr id="41" name="Shape 34"/>
          <p:cNvSpPr/>
          <p:nvPr/>
        </p:nvSpPr>
        <p:spPr>
          <a:xfrm>
            <a:off x="4709160" y="4663440"/>
            <a:ext cx="9601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70916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700" dirty="0"/>
          </a:p>
        </p:txBody>
      </p:sp>
      <p:sp>
        <p:nvSpPr>
          <p:cNvPr id="43" name="Shape 36"/>
          <p:cNvSpPr/>
          <p:nvPr/>
        </p:nvSpPr>
        <p:spPr>
          <a:xfrm>
            <a:off x="5760720" y="4663440"/>
            <a:ext cx="9601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76072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700" dirty="0"/>
          </a:p>
        </p:txBody>
      </p:sp>
      <p:sp>
        <p:nvSpPr>
          <p:cNvPr id="45" name="Shape 38"/>
          <p:cNvSpPr/>
          <p:nvPr/>
        </p:nvSpPr>
        <p:spPr>
          <a:xfrm>
            <a:off x="6812280" y="4663440"/>
            <a:ext cx="9601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81228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700" dirty="0"/>
          </a:p>
        </p:txBody>
      </p:sp>
      <p:sp>
        <p:nvSpPr>
          <p:cNvPr id="47" name="Shape 40"/>
          <p:cNvSpPr/>
          <p:nvPr/>
        </p:nvSpPr>
        <p:spPr>
          <a:xfrm>
            <a:off x="7863840" y="4663440"/>
            <a:ext cx="960120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86384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E2E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Messaging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coaching wherever your users 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645920"/>
            <a:ext cx="1645920" cy="82296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0" y="1645920"/>
            <a:ext cx="1645920" cy="822960"/>
          </a:xfrm>
          <a:prstGeom prst="ellipse">
            <a:avLst/>
          </a:prstGeom>
          <a:solidFill>
            <a:srgbClr val="4A15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1645920" cy="822960"/>
          </a:xfrm>
          <a:prstGeom prst="ellipse">
            <a:avLst/>
          </a:prstGeom>
          <a:solidFill>
            <a:srgbClr val="5865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Discord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0" y="3291840"/>
            <a:ext cx="1645920" cy="822960"/>
          </a:xfrm>
          <a:prstGeom prst="ellipse">
            <a:avLst/>
          </a:prstGeom>
          <a:solidFill>
            <a:srgbClr val="0088C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0" y="4297680"/>
            <a:ext cx="1645920" cy="822960"/>
          </a:xfrm>
          <a:prstGeom prst="ellipse">
            <a:avLst/>
          </a:prstGeom>
          <a:solidFill>
            <a:srgbClr val="008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57600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Messenger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dravr-canot companion library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Dravr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companion libraries powering the Pierre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32041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dravr-cageux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6459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algorithms library implementing sports science models: VDOT running efficiency, TSS (Training Stress Score), TRIMP (Training Impulse), FTP (Functional Threshold Power), and heart rate zone calculations.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858000" y="1508760"/>
            <a:ext cx="1645920" cy="274320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pierre-intelligence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13204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dravr-canot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80160" y="2560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messaging gateway with pluggable adapters for WhatsApp, Slack, Discord, Telegram, and Facebook Messenger. Handles message routing, delivery tracking, and queue management.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858000" y="2423160"/>
            <a:ext cx="164592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pierre-messaging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13204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dravr-commere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280160" y="34747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providing push notifications, in-app messaging, and scheduled delivery. Supports multiple delivery channels with configurable retry policies.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858000" y="3337560"/>
            <a:ext cx="164592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580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pierre-notifications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13204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dravr-embacle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280160" y="4389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abstraction layer supporting Google Gemini, Groq, and OpenAI-compatible APIs. Handles token counting, model pricing, streaming, and function calling.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858000" y="4251960"/>
            <a:ext cx="1645920" cy="274320"/>
          </a:xfrm>
          <a:prstGeom prst="rect">
            <a:avLst/>
          </a:prstGeom>
          <a:solidFill>
            <a:srgbClr val="6366F1">
              <a:alpha val="3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8580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pierre-llm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Protocols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 and multi-provider LLM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0040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16002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Protocol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32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 discovery and capabilities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383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registration with metadata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703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Task/event streaming via SSE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2336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execution tracking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754880" y="1371600"/>
            <a:ext cx="3931920" cy="320040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73736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9377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AI Backend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06324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40680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with function calling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38328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40680" y="3383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for ultra-fast inference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703320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440680" y="3703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(Claude, GPT-4)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4023360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44068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tracking and cost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into every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Isolation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DB query includes tenant_id. Zero cross-tenant data leakage.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8B5CF6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OAuth 2.0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RSA-signed tokens, PKCE, automatic refresh rotation.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32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Admin, User roles with capability-based tool filtering.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059669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651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432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Storage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GCP Secret Manager, bcrypt passwords, ring crypto.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56616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0891B2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3749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Redaction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8872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automatically redacted. PII at DEBUG-level only.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3566160"/>
            <a:ext cx="4023360" cy="868680"/>
          </a:xfrm>
          <a:prstGeom prst="rect">
            <a:avLst/>
          </a:prstGeom>
          <a:solidFill>
            <a:srgbClr val="132041"/>
          </a:solidFill>
          <a:ln w="6350">
            <a:solidFill>
              <a:srgbClr val="6366F1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3749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Security Gates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review, input validation checks, arch validation.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640080" y="45902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unsafe Rust code (except approved Windows FFI)  |  Dual-licensed MIT/Apache 2.0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&amp;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with Terraform IaC on Google Cloud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108960"/>
          </a:xfrm>
          <a:prstGeom prst="rect">
            <a:avLst>
              <a:gd name="adj" fmla="val 14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Stack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container 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(private VPC)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79776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79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API key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63824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repository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Connector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73152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3931920" cy="3108960"/>
          </a:xfrm>
          <a:prstGeom prst="rect">
            <a:avLst>
              <a:gd name="adj" fmla="val 14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37760" y="2011680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backend tests + linting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50008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350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tests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688336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tests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026664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SDK tests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364992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compliance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703320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3703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validation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4041648"/>
            <a:ext cx="7315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GCP deployment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Terraform  |  SQLite (dev) / PostgreSQL (prod)  |  Redis caching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TypeScript Packages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architecture with cross-platform code sharing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@pierre/api-client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adapters for web (axios) and mobile (fetch)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54864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90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@pierre/shared-types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64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TypeScript type definitions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@pierre/chat-utils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streaming, formatting, and message handling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4028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@pierre/i18n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 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54864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@pierre/domain-utils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business logic utilities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@pierre/ui-logic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state management logic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86200"/>
            <a:ext cx="54864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@pierre/mcp-types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233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type definitions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402336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86200"/>
            <a:ext cx="54864" cy="658368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@pierre/shared-constants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4233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configuration constants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74520" cy="109728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3,462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874520" cy="109728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874520" cy="109728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97280"/>
            <a:ext cx="1874520" cy="109728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4023360" cy="777240"/>
          </a:xfrm>
          <a:prstGeom prst="rect">
            <a:avLst/>
          </a:prstGeom>
          <a:solidFill>
            <a:srgbClr val="132041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146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iteration, pre-commit, and full validation tiers for efficient development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023360" cy="777240"/>
          </a:xfrm>
          <a:prstGeom prst="rect">
            <a:avLst/>
          </a:prstGeom>
          <a:solidFill>
            <a:srgbClr val="132041"/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51460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Marker-Based Pre-Push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markers prevent pushing untested code, with 15-minute expiry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4023360" cy="777240"/>
          </a:xfrm>
          <a:prstGeom prst="rect">
            <a:avLst/>
          </a:prstGeom>
          <a:solidFill>
            <a:srgbClr val="132041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Zero-Tolerance 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skipped tests, no ignored failures, no continue-on-error in CI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023360" cy="777240"/>
          </a:xfrm>
          <a:prstGeom prst="rect">
            <a:avLst/>
          </a:prstGeom>
          <a:solidFill>
            <a:srgbClr val="132041"/>
          </a:solidFill>
          <a:ln w="635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52044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Cross-Platform E2E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for web, Maestro for mobile, with integration coverage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at scale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53K+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Lines of Rust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backend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Lines of TypeScript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+ packages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Migrations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core tables, full schema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35-50MB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 configurable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Wearable Devices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Terra + direct integrations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60604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1792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fitness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Pierre different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from Day One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MCP and A2A protocols, not bolted on. Every feature is designed for AI assistant consumption.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Performance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Memory-safe, zero-cost abstractions. 35MB binary serves 53 tools with sub-millisecond overhead.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Provider Access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direct integrations plus 150+ via Terra API. One platform covers the entire wearable market.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51460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697480"/>
            <a:ext cx="457200" cy="45720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Enterprise-Ready Security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isolation, OAuth 2.0 with PKCE, encrypted secrets, automated security CI gates.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61188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3794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Platform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8872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native mobile app, messaging bots, and AI tools. Complete user experience.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3611880"/>
            <a:ext cx="402336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3794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8620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feature flags let you deploy exactly what you need. Minimal or full-featured.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46304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$186B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Fitness App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06040" cy="146304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06040" cy="146304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Sports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sits at the intersection of three booming markets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474720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3474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 in wearable device adoption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37360" y="3840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becoming primary user interfaces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20624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consumers demanding data-driven coaching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across the fitness AI value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API Access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API pricing for developers integrating fitness data into their AI products. Usage-based billing on MCP tool calls and data queries.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Licensing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deployments for fitness brands, coaching platforms, and health organizations. White-label and custom branding options.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Subscription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mobile app with premium AI coaching features. Freemium model with advanced analytics and coaching tiers.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063240"/>
            <a:ext cx="402336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Intelligence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fitness trend insights for sports brands, researchers, and health organizations.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13204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325880"/>
            <a:ext cx="15087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603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MCP server publicly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175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submission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1,000 API users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337560" y="1188720"/>
            <a:ext cx="2606040" cy="3200400"/>
          </a:xfrm>
          <a:prstGeom prst="rect">
            <a:avLst/>
          </a:prstGeom>
          <a:solidFill>
            <a:srgbClr val="132041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886200" y="1325880"/>
            <a:ext cx="150876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3"/>
          <p:cNvSpPr/>
          <p:nvPr/>
        </p:nvSpPr>
        <p:spPr>
          <a:xfrm>
            <a:off x="3886200" y="1325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52044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52044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5603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 launch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1752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additional providers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47472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3192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coaching features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17920" y="1188720"/>
            <a:ext cx="2606040" cy="3200400"/>
          </a:xfrm>
          <a:prstGeom prst="rect">
            <a:avLst/>
          </a:prstGeom>
          <a:solidFill>
            <a:srgbClr val="132041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766560" y="1325880"/>
            <a:ext cx="15087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1"/>
          <p:cNvSpPr/>
          <p:nvPr/>
        </p:nvSpPr>
        <p:spPr>
          <a:xfrm>
            <a:off x="6766560" y="1325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64008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2027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40080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56032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122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01752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122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models</a:t>
            </a:r>
            <a:endParaRPr lang="en-US" sz="11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474720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81228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coaches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1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AI-powered fitness intelligence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solidFill>
            <a:srgbClr val="132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jfarcand.oss@gmail.com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Pierre Fitness Platform - Investor Deck</dc:title>
  <dc:subject>PptxGenJS Presentation</dc:subject>
  <dc:creator>Dravr AI</dc:creator>
  <cp:lastModifiedBy>Dravr AI</cp:lastModifiedBy>
  <cp:revision>1</cp:revision>
  <dcterms:created xsi:type="dcterms:W3CDTF">2026-03-23T05:08:19Z</dcterms:created>
  <dcterms:modified xsi:type="dcterms:W3CDTF">2026-03-23T05:08:19Z</dcterms:modified>
</cp:coreProperties>
</file>